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1A6BF5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-1828800"/>
            <a:ext cx="2743200" cy="27432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691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KPBridge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Kimchi Premium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 Platform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5초마다 실시간 시세 비교  |  국내 · 해외 거래소 김프 분석  |  안전한 자산 관리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3840480"/>
            <a:ext cx="2286000" cy="914400"/>
          </a:xfrm>
          <a:prstGeom prst="rect">
            <a:avLst/>
          </a:prstGeom>
          <a:solidFill>
            <a:srgbClr val="0F234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690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931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5초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325880" y="4315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업데이트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91840" y="3840480"/>
            <a:ext cx="2286000" cy="914400"/>
          </a:xfrm>
          <a:prstGeom prst="rect">
            <a:avLst/>
          </a:prstGeom>
          <a:solidFill>
            <a:srgbClr val="0F234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0690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86200" y="3931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5+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3886200" y="4315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거래소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852160" y="3840480"/>
            <a:ext cx="2286000" cy="914400"/>
          </a:xfrm>
          <a:prstGeom prst="rect">
            <a:avLst/>
          </a:prstGeom>
          <a:solidFill>
            <a:srgbClr val="0F234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06908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46520" y="3931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6446520" y="4315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김치프리미엄이란?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78638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73152" cy="1188720"/>
          </a:xfrm>
          <a:prstGeom prst="rect">
            <a:avLst/>
          </a:prstGeom>
          <a:solidFill>
            <a:srgbClr val="1A6BF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BF5"/>
                </a:solidFill>
              </a:rPr>
              <a:t>김치프리미엄(Kimchi Premium)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한국 거래소의 암호화폐 가격이 해외 거래소보다 높게 형성되는 현상입니다.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이 가격 차이를 이용하면 저위험 차익거래가 가능합니다.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예시: BTC 가격 비교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3474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383280"/>
            <a:ext cx="3474720" cy="365760"/>
          </a:xfrm>
          <a:prstGeom prst="rect">
            <a:avLst/>
          </a:prstGeom>
          <a:solidFill>
            <a:srgbClr val="1A6BF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015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거래소 (Upbit)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BTC = 138,500,000 KRW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수요 과열로 높은 가격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3749040"/>
            <a:ext cx="64008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3749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3383280"/>
            <a:ext cx="3474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3383280"/>
            <a:ext cx="347472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4015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거래소 (OKX)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BTC = 131,200,000 KRW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국제 시세 기준 가격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0" y="4800600"/>
            <a:ext cx="4572000" cy="22860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7548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김치프리미엄: </a:t>
            </a:r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+5.56%</a:t>
            </a:r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차익: 약 7,300,000 KRW / BTC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KPBridge만의 핵심 장점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1A6BF5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5초 업데이트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103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국내외 거래소 시세를 5초마다 자동 갱신하여 항상 최신 김프율을 확인할 수 있습니다.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874520"/>
            <a:ext cx="640080" cy="640080"/>
          </a:xfrm>
          <a:prstGeom prst="ellipse">
            <a:avLst/>
          </a:prstGeom>
          <a:solidFill>
            <a:srgbClr val="1A6BF5">
              <a:alpha val="12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98424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거래소 지원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806440" y="2103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업비트, 빗썸 / OKX, HTX, Gate.io 등 국내외 주요 거래소를 자유롭게 선택 비교할 수 있습니다.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24612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566160"/>
            <a:ext cx="640080" cy="640080"/>
          </a:xfrm>
          <a:prstGeom prst="ellipse">
            <a:avLst/>
          </a:prstGeom>
          <a:solidFill>
            <a:srgbClr val="1A6BF5">
              <a:alpha val="12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67588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지갑 시스템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3794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현금 자산(포인트)과 코인 자산을 분리 관리하여 투명하고 안전한 자산 운용을 보장합니다.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24612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83480" y="3566160"/>
            <a:ext cx="640080" cy="640080"/>
          </a:xfrm>
          <a:prstGeom prst="ellipse">
            <a:avLst/>
          </a:prstGeom>
          <a:solidFill>
            <a:srgbClr val="1A6BF5">
              <a:alpha val="12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3675888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승인 시스템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806440" y="3794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충전/출금 신청 시 관리자 승인을 거쳐 처리되며, 텔레그램 실시간 알림으로 빠른 대응이 가능합니다.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 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회원가입 &amp; 로그인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3749040" cy="457200"/>
          </a:xfrm>
          <a:prstGeom prst="rect">
            <a:avLst/>
          </a:prstGeom>
          <a:solidFill>
            <a:srgbClr val="1A6B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103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 / 비밀번호 설정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176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 / 연락처 / 이메일 입력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5468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생년월일 입력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65760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3611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추천인 코드 입력 (선택)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914400" y="4160520"/>
            <a:ext cx="3200400" cy="45720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7" name="Text 10"/>
          <p:cNvSpPr/>
          <p:nvPr/>
        </p:nvSpPr>
        <p:spPr>
          <a:xfrm>
            <a:off x="100584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가입 보너스: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KP 즉시 지급!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4754880" y="150876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754880" y="1508760"/>
            <a:ext cx="3749040" cy="4572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572768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0352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후 이용 가능 기능</a:t>
            </a:r>
            <a:endParaRPr lang="en-US" sz="15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148840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49240" y="2103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자산 현황 확인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2606040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4924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/ 출금 신청</a:t>
            </a:r>
            <a:endParaRPr lang="en-US" sz="12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3063240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34924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김프 차익거래 주문</a:t>
            </a:r>
            <a:endParaRPr lang="en-US" sz="12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3520440"/>
            <a:ext cx="201168" cy="20116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34924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 내역 조회</a:t>
            </a:r>
            <a:endParaRPr lang="en-US" sz="12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3977640"/>
            <a:ext cx="201168" cy="20116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349240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추천인 코드 보너스 (50 KP)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 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실시간 시세 확인 &amp; 김프 분석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73152" cy="1097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메인 대시보드에서 국내/해외 거래소를 선택하면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BTC, ETH 등 주요 코인의 현재가, 김치프리미엄(%), 매수/매도 가격을 한눈에 확인할 수 있습니다.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78638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880360"/>
            <a:ext cx="786384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80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현재가 (KRW)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28803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김프율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0" y="2880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매수가 (USDT)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매도가 (USDT)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138,500,000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3375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+5.56%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3337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95,240.50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95,180.20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7863840" cy="4114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94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3794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4,850,000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0" y="3794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+3.21%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3794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3,320.80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3794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3,318.50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297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국내: </a:t>
            </a:r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Upbit · Bithumb    </a:t>
            </a:r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해외: </a:t>
            </a:r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OKX · HTX · Gate.io</a:t>
            </a:r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자유롭게 조합 선택 가능!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 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자산 관리 &amp; 충전/출금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749040" cy="2011680"/>
          </a:xfrm>
          <a:prstGeom prst="rect">
            <a:avLst/>
          </a:prstGeom>
          <a:solidFill>
            <a:srgbClr val="1A6B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현금 자산 (포인트)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148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152,481 KRW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914400" y="2788920"/>
            <a:ext cx="1371600" cy="41148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충전하기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468880" y="2788920"/>
            <a:ext cx="1371600" cy="41148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468880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출금하기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508760"/>
            <a:ext cx="3749040" cy="201168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916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코인 자산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29200" y="2148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KRW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5029200" y="2788920"/>
            <a:ext cx="1371600" cy="41148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5029200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충전하기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583680" y="2788920"/>
            <a:ext cx="1371600" cy="41148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6583680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출금하기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4008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충전/출금 처리 프로세스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40080" y="4251960"/>
            <a:ext cx="1737360" cy="640080"/>
          </a:xfrm>
          <a:prstGeom prst="rect">
            <a:avLst/>
          </a:prstGeom>
          <a:solidFill>
            <a:srgbClr val="1A6BF5"/>
          </a:solidFill>
          <a:ln/>
        </p:spPr>
      </p:sp>
      <p:sp>
        <p:nvSpPr>
          <p:cNvPr id="22" name="Text 18"/>
          <p:cNvSpPr/>
          <p:nvPr/>
        </p:nvSpPr>
        <p:spPr>
          <a:xfrm>
            <a:off x="640080" y="4251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</a:t>
            </a:r>
            <a:endParaRPr lang="en-US" sz="13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4407408"/>
            <a:ext cx="274320" cy="27432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2788920" y="4251960"/>
            <a:ext cx="1737360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0"/>
          <p:cNvSpPr/>
          <p:nvPr/>
        </p:nvSpPr>
        <p:spPr>
          <a:xfrm>
            <a:off x="2788920" y="4251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텔레그램 알림</a:t>
            </a:r>
            <a:endParaRPr lang="en-US" sz="13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407408"/>
            <a:ext cx="274320" cy="27432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4937760" y="4251960"/>
            <a:ext cx="173736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2"/>
          <p:cNvSpPr/>
          <p:nvPr/>
        </p:nvSpPr>
        <p:spPr>
          <a:xfrm>
            <a:off x="4937760" y="4251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승인</a:t>
            </a:r>
            <a:endParaRPr lang="en-US" sz="13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4407408"/>
            <a:ext cx="274320" cy="27432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7086600" y="4251960"/>
            <a:ext cx="173736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4"/>
          <p:cNvSpPr/>
          <p:nvPr/>
        </p:nvSpPr>
        <p:spPr>
          <a:xfrm>
            <a:off x="7086600" y="4251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잔액 반영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 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거래 실행 &amp; 내역 확인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74904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3749040" cy="4572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차익거래 주문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" y="2148840"/>
            <a:ext cx="274320" cy="274320"/>
          </a:xfrm>
          <a:prstGeom prst="ellipse">
            <a:avLst/>
          </a:prstGeom>
          <a:solidFill>
            <a:srgbClr val="1A6BF5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25880" y="2103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코인 선택 (BTC / ETH)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2606040"/>
            <a:ext cx="274320" cy="274320"/>
          </a:xfrm>
          <a:prstGeom prst="ellipse">
            <a:avLst/>
          </a:prstGeom>
          <a:solidFill>
            <a:srgbClr val="1A6BF5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32588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매수 거래소 선택 (From)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3063240"/>
            <a:ext cx="274320" cy="274320"/>
          </a:xfrm>
          <a:prstGeom prst="ellipse">
            <a:avLst/>
          </a:prstGeom>
          <a:solidFill>
            <a:srgbClr val="1A6BF5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32588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매도 거래소 선택 (To)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14400" y="3520440"/>
            <a:ext cx="274320" cy="274320"/>
          </a:xfrm>
          <a:prstGeom prst="ellipse">
            <a:avLst/>
          </a:prstGeom>
          <a:solidFill>
            <a:srgbClr val="1A6BF5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325880" y="3474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금액 입력 (KRW)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14400" y="3977640"/>
            <a:ext cx="274320" cy="274320"/>
          </a:xfrm>
          <a:prstGeom prst="ellipse">
            <a:avLst/>
          </a:prstGeom>
          <a:solidFill>
            <a:srgbClr val="1A6BF5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325880" y="3931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실행 버튼 클릭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754880" y="1508760"/>
            <a:ext cx="374904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1508760"/>
            <a:ext cx="3749040" cy="457200"/>
          </a:xfrm>
          <a:prstGeom prst="rect">
            <a:avLst/>
          </a:prstGeom>
          <a:solidFill>
            <a:srgbClr val="0F2345"/>
          </a:solidFill>
          <a:ln/>
        </p:spPr>
      </p:sp>
      <p:sp>
        <p:nvSpPr>
          <p:cNvPr id="25" name="Text 22"/>
          <p:cNvSpPr/>
          <p:nvPr/>
        </p:nvSpPr>
        <p:spPr>
          <a:xfrm>
            <a:off x="493776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 내역 (Transaction Logs)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92040" y="2057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일시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623560" y="2057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구분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3640" y="2057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지갑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858000" y="2057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금액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635240" y="2057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892040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03-12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623560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263640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현금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858000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6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+50,000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635240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754880" y="2743200"/>
            <a:ext cx="374904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7" name="Text 34"/>
          <p:cNvSpPr/>
          <p:nvPr/>
        </p:nvSpPr>
        <p:spPr>
          <a:xfrm>
            <a:off x="489204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03-11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62356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출금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26364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코인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85800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-20,000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63524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892040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03-10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623560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263640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현금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858000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6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+100,000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7635240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754880" y="3474720"/>
            <a:ext cx="374904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8" name="Text 45"/>
          <p:cNvSpPr/>
          <p:nvPr/>
        </p:nvSpPr>
        <p:spPr>
          <a:xfrm>
            <a:off x="4892040" y="3474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03-09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623560" y="3474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263640" y="3474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코인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858000" y="3474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6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+30,000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635240" y="3474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4892040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03-08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5623560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출금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6263640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현금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858000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-10,000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7635240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거절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A6BF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지금 KPBridge에 합류해야 하는 이유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60320" cy="1645920"/>
          </a:xfrm>
          <a:prstGeom prst="rect">
            <a:avLst/>
          </a:prstGeom>
          <a:solidFill>
            <a:srgbClr val="0F234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5초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가격 갱신으로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최적의 타이밍 포착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371600"/>
            <a:ext cx="2560320" cy="1645920"/>
          </a:xfrm>
          <a:prstGeom prst="rect">
            <a:avLst/>
          </a:prstGeom>
          <a:solidFill>
            <a:srgbClr val="0F234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508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 KP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7472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가입 즉시 보너스 지급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추천인 코드 추가 50 KP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2560320" cy="1645920"/>
          </a:xfrm>
          <a:prstGeom prst="rect">
            <a:avLst/>
          </a:prstGeom>
          <a:solidFill>
            <a:srgbClr val="0F234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508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0936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상시 운영되는 플랫폼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텔레그램 즉시 알림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투자 포인트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886200"/>
            <a:ext cx="182880" cy="1828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김치프리미엄은 한국 암호화폐 시장의 구조적 특성 — 사라지지 않는 수익 기회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06240"/>
            <a:ext cx="182880" cy="1828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4300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사용자가 많아질수록 거래 볼륨이 커져 수익률이 극대화</a:t>
            </a:r>
            <a:endParaRPr lang="en-US" sz="1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26280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승인 시스템으로 안전하고 투명한 거래 환경 보장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846320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텔레그램 실시간 알림으로 빠른 입출금 처리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1A6BF5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2286000"/>
            <a:ext cx="5486400" cy="54864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-1828800"/>
            <a:ext cx="2743200" cy="27432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7373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KPBridge와 함께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Crypto Arbitrage를 시작하세요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371600" y="30632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한국-해외 거래소 간 김치프리미엄을 실시간으로 분석하고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안전한 차익거래를 경험해 보세요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926080" y="3931920"/>
            <a:ext cx="3291840" cy="640080"/>
          </a:xfrm>
          <a:prstGeom prst="rect">
            <a:avLst/>
          </a:prstGeom>
          <a:solidFill>
            <a:srgbClr val="1A6BF5"/>
          </a:solidFill>
          <a:ln/>
        </p:spPr>
      </p:sp>
      <p:sp>
        <p:nvSpPr>
          <p:cNvPr id="9" name="Text 6"/>
          <p:cNvSpPr/>
          <p:nvPr/>
        </p:nvSpPr>
        <p:spPr>
          <a:xfrm>
            <a:off x="2926080" y="3931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바로 시작하기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470916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49040" y="4690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지원  |  24시간 운영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KPBridge - Crypto Arbitrage Platform</dc:title>
  <dc:subject>PptxGenJS Presentation</dc:subject>
  <dc:creator>KPBridge</dc:creator>
  <cp:lastModifiedBy>KPBridge</cp:lastModifiedBy>
  <cp:revision>1</cp:revision>
  <dcterms:created xsi:type="dcterms:W3CDTF">2026-03-11T21:43:44Z</dcterms:created>
  <dcterms:modified xsi:type="dcterms:W3CDTF">2026-03-11T21:43:44Z</dcterms:modified>
</cp:coreProperties>
</file>