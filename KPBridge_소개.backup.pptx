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A2E42">
              <a:alpha val="70000"/>
            </a:srgbClr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91840"/>
            <a:ext cx="2286000" cy="2286000"/>
          </a:xfrm>
          <a:prstGeom prst="ellipse">
            <a:avLst/>
          </a:prstGeom>
          <a:solidFill>
            <a:srgbClr val="1A2E42">
              <a:alpha val="50000"/>
            </a:srgbClr>
          </a:solidFill>
          <a:ln w="635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Bridge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김프 수익, 전문가처럼 쉽게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365760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kpbrdg.agency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김프(Kimchi Premium)란?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국내외 거래소 시세 차이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거래소(Binance, OKX 등)와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거래소(Upbit, Bithumb)의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코인 시세 차이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예) BTC 해외가 1,000만원일 때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국내에서는 1,035 ~ 1,050만원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이 차이 3 ~ 5%가 곧 수익!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46320" y="914400"/>
            <a:ext cx="393192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914400"/>
            <a:ext cx="109728" cy="1188720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거래소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/ OKX / HTX / Gate.io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BTC 1,000만원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583680" y="2148840"/>
            <a:ext cx="73152" cy="4114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468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C430"/>
                </a:solidFill>
              </a:rPr>
              <a:t>▼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77840" y="2514600"/>
            <a:ext cx="2377440" cy="5029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5146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김프 +3% ~ +5%  →  수익!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3108960"/>
            <a:ext cx="3931920" cy="1188720"/>
          </a:xfrm>
          <a:prstGeom prst="rect">
            <a:avLst/>
          </a:prstGeom>
          <a:solidFill>
            <a:srgbClr val="1A2E42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108960"/>
            <a:ext cx="109728" cy="11887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국내 거래소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Upbit / Bithumb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840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BTC 1,030 ~ 1,050만원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하려면? 해외 계좌, 환전, 타이밍… 복잡하고 어렵다  →  KPBridge가 대신합니다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KPBridge가 해결합니다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김프 아비트라지를 대신 실행해주는 플랫폼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828800" cy="228600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61872" y="1627632"/>
            <a:ext cx="585216" cy="585216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회원가입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추천인 코드로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가입 즉시 시작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95728" y="2468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651760" y="1508760"/>
            <a:ext cx="1828800" cy="228600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73552" y="1627632"/>
            <a:ext cx="585216" cy="585216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5176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충전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4320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 또는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 선택 입금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468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508760"/>
            <a:ext cx="1828800" cy="228600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85232" y="1627632"/>
            <a:ext cx="585216" cy="585216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거래 신청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거래소·코인 선택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예상수익 확인 후 신청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19088" y="246888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4C430"/>
                </a:solidFill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1508760"/>
            <a:ext cx="1828800" cy="2286000"/>
          </a:xfrm>
          <a:prstGeom prst="rect">
            <a:avLst/>
          </a:prstGeom>
          <a:solidFill>
            <a:srgbClr val="1A2E42"/>
          </a:solidFill>
          <a:ln w="1905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96912" y="1627632"/>
            <a:ext cx="585216" cy="585216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1627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 정산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28346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1시간 이내 완료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텔레그램 알림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371600" y="4023360"/>
            <a:ext cx="6400800" cy="73152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40233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김프 조회부터 수익 정산까지  원스톱 처리  |  1시간 이내 거래 완료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169164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1691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김프 조회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/ OKX / HTX / Gate.io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Upbit / Bithumb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조합별 김프 실시간 표시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4023360" cy="169164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14400"/>
            <a:ext cx="109728" cy="1691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1051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예상수익금 자동 계산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60720" y="15087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금액 입력 즉시 수익 계산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KRW(원화) / USDT(테더)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단위 선택 가능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023360" cy="169164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88920"/>
            <a:ext cx="109728" cy="1691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다국어 지원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 / 영어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버튼 한 번으로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언어 즉시 변경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788920"/>
            <a:ext cx="4023360" cy="169164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788920"/>
            <a:ext cx="109728" cy="16916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76072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텔레그램 알림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승인 / 완료 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텔레그램으로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알림 수신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 구조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거래 수익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김프 기준  3.5% ~ 5.0%  예상 수익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457200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투자 금액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최소 수익 (3.5%)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최대 수익 (5.0%)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4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100만원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35,000원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500만원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175,000원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03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1,000만원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350,000원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500,000원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88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212080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추천인 수익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212080" y="141732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가입 시 고유 추천 코드 자동 발급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내가 추천한 회원이 거래할 때마다 수익 일부 지급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무제한 레벨 — 추천인의 추천인도 포함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직급 상승에 따라 요율 우대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3566160"/>
            <a:ext cx="548640" cy="411480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12080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779008" y="3584448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33872" y="3566160"/>
            <a:ext cx="548640" cy="411480"/>
          </a:xfrm>
          <a:prstGeom prst="rect">
            <a:avLst/>
          </a:prstGeom>
          <a:solidFill>
            <a:srgbClr val="5577AA"/>
          </a:solidFill>
          <a:ln w="12700">
            <a:solidFill>
              <a:srgbClr val="5577A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33872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주임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3584448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→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55664" y="3566160"/>
            <a:ext cx="548640" cy="411480"/>
          </a:xfrm>
          <a:prstGeom prst="rect">
            <a:avLst/>
          </a:prstGeom>
          <a:solidFill>
            <a:srgbClr val="4466AA"/>
          </a:solidFill>
          <a:ln w="12700">
            <a:solidFill>
              <a:srgbClr val="4466A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5664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대리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22592" y="3584448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077456" y="3566160"/>
            <a:ext cx="548640" cy="411480"/>
          </a:xfrm>
          <a:prstGeom prst="rect">
            <a:avLst/>
          </a:prstGeom>
          <a:solidFill>
            <a:srgbClr val="C89F1A"/>
          </a:solidFill>
          <a:ln w="12700">
            <a:solidFill>
              <a:srgbClr val="C89F1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077456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과장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644384" y="3584448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699248" y="3566160"/>
            <a:ext cx="548640" cy="411480"/>
          </a:xfrm>
          <a:prstGeom prst="rect">
            <a:avLst/>
          </a:prstGeom>
          <a:solidFill>
            <a:srgbClr val="D4A825"/>
          </a:solidFill>
          <a:ln w="12700">
            <a:solidFill>
              <a:srgbClr val="D4A82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99248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차장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266176" y="3584448"/>
            <a:ext cx="54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</a:rPr>
              <a:t>→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321040" y="3566160"/>
            <a:ext cx="548640" cy="4114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21040" y="3566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부장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1208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직급이 높을수록 더 높은 수익 요율 적용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029200" y="1005840"/>
            <a:ext cx="36576" cy="3291840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네트워크 추천인 보상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추천인 네트워크를 통해 무제한 레벨의 수익을 창출하세요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0" y="1371600"/>
            <a:ext cx="914400" cy="59436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0" y="13716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965960"/>
            <a:ext cx="-2286000" cy="457200"/>
          </a:xfrm>
          <a:prstGeom prst="line">
            <a:avLst/>
          </a:prstGeom>
          <a:noFill/>
          <a:ln w="19050">
            <a:solidFill>
              <a:srgbClr val="F4C43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2423160"/>
            <a:ext cx="73152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965960"/>
            <a:ext cx="-914400" cy="457200"/>
          </a:xfrm>
          <a:prstGeom prst="line">
            <a:avLst/>
          </a:prstGeom>
          <a:noFill/>
          <a:ln w="19050">
            <a:solidFill>
              <a:srgbClr val="F4C4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423160"/>
            <a:ext cx="73152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1965960"/>
            <a:ext cx="914400" cy="457200"/>
          </a:xfrm>
          <a:prstGeom prst="line">
            <a:avLst/>
          </a:prstGeom>
          <a:noFill/>
          <a:ln w="19050">
            <a:solidFill>
              <a:srgbClr val="F4C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20640" y="2423160"/>
            <a:ext cx="73152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965960"/>
            <a:ext cx="2286000" cy="457200"/>
          </a:xfrm>
          <a:prstGeom prst="line">
            <a:avLst/>
          </a:prstGeom>
          <a:noFill/>
          <a:ln w="19050">
            <a:solidFill>
              <a:srgbClr val="F4C43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423160"/>
            <a:ext cx="731520" cy="45720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29718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1단계 (직접 추천한 회원)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2880360"/>
            <a:ext cx="-914400" cy="32004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200400"/>
            <a:ext cx="548640" cy="365760"/>
          </a:xfrm>
          <a:prstGeom prst="ellipse">
            <a:avLst/>
          </a:prstGeom>
          <a:solidFill>
            <a:srgbClr val="112030"/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0" y="2880360"/>
            <a:ext cx="0" cy="32004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1680" y="3200400"/>
            <a:ext cx="548640" cy="365760"/>
          </a:xfrm>
          <a:prstGeom prst="ellipse">
            <a:avLst/>
          </a:prstGeom>
          <a:solidFill>
            <a:srgbClr val="112030"/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880360"/>
            <a:ext cx="914400" cy="32004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26080" y="3200400"/>
            <a:ext cx="548640" cy="365760"/>
          </a:xfrm>
          <a:prstGeom prst="ellipse">
            <a:avLst/>
          </a:prstGeom>
          <a:solidFill>
            <a:srgbClr val="112030"/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58000" y="2880360"/>
            <a:ext cx="-914400" cy="32004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3200400"/>
            <a:ext cx="548640" cy="365760"/>
          </a:xfrm>
          <a:prstGeom prst="ellipse">
            <a:avLst/>
          </a:prstGeom>
          <a:solidFill>
            <a:srgbClr val="112030"/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880360"/>
            <a:ext cx="0" cy="32004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200400"/>
            <a:ext cx="548640" cy="365760"/>
          </a:xfrm>
          <a:prstGeom prst="ellipse">
            <a:avLst/>
          </a:prstGeom>
          <a:solidFill>
            <a:srgbClr val="112030"/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58000" y="2880360"/>
            <a:ext cx="914400" cy="320040"/>
          </a:xfrm>
          <a:prstGeom prst="line">
            <a:avLst/>
          </a:prstGeom>
          <a:noFill/>
          <a:ln w="12700">
            <a:solidFill>
              <a:srgbClr val="6688A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3200400"/>
            <a:ext cx="548640" cy="365760"/>
          </a:xfrm>
          <a:prstGeom prst="ellipse">
            <a:avLst/>
          </a:prstGeom>
          <a:solidFill>
            <a:srgbClr val="112030"/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74320" y="3630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2단계 (1단계가 추천한 회원)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74320" y="39776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무제한 레벨로 계속 확장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1A2E42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코드는 마이페이지에서 복사  |  가입 시 추천 코드 입력 → 즉시 네트워크 연결  |  계보도 시각화 제공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이용 방법  ①  가입 &amp; 충전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640080" cy="640080"/>
          </a:xfrm>
          <a:prstGeom prst="ellipse">
            <a:avLst/>
          </a:prstGeom>
          <a:solidFill>
            <a:srgbClr val="1A2E42"/>
          </a:solidFill>
          <a:ln w="19050">
            <a:solidFill>
              <a:srgbClr val="6688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0" cy="164592"/>
          </a:xfrm>
          <a:prstGeom prst="line">
            <a:avLst/>
          </a:prstGeom>
          <a:noFill/>
          <a:ln w="19050">
            <a:solidFill>
              <a:srgbClr val="6688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960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12344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사이트 접속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0" y="1005840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kpbrdg.agency 접속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1600200"/>
            <a:ext cx="7772400" cy="0"/>
          </a:xfrm>
          <a:prstGeom prst="line">
            <a:avLst/>
          </a:prstGeom>
          <a:noFill/>
          <a:ln w="6350">
            <a:solidFill>
              <a:srgbClr val="1A2E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64792"/>
            <a:ext cx="640080" cy="640080"/>
          </a:xfrm>
          <a:prstGeom prst="ellipse">
            <a:avLst/>
          </a:prstGeom>
          <a:solidFill>
            <a:srgbClr val="1A2E42"/>
          </a:solidFill>
          <a:ln w="19050">
            <a:solidFill>
              <a:srgbClr val="6688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647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2404872"/>
            <a:ext cx="0" cy="164592"/>
          </a:xfrm>
          <a:prstGeom prst="line">
            <a:avLst/>
          </a:prstGeom>
          <a:noFill/>
          <a:ln w="19050">
            <a:solidFill>
              <a:srgbClr val="6688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7647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20391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회원가입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1810512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이름 / 아이디 / 비밀번호 / 생년월일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추천인 코드(선택) 입력 후 가입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97280" y="2404872"/>
            <a:ext cx="7772400" cy="0"/>
          </a:xfrm>
          <a:prstGeom prst="line">
            <a:avLst/>
          </a:prstGeom>
          <a:noFill/>
          <a:ln w="6350">
            <a:solidFill>
              <a:srgbClr val="1A2E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69464"/>
            <a:ext cx="640080" cy="640080"/>
          </a:xfrm>
          <a:prstGeom prst="ellipse">
            <a:avLst/>
          </a:prstGeom>
          <a:solidFill>
            <a:srgbClr val="1A2E42"/>
          </a:solidFill>
          <a:ln w="19050">
            <a:solidFill>
              <a:srgbClr val="6688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694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" y="3209544"/>
            <a:ext cx="0" cy="164592"/>
          </a:xfrm>
          <a:prstGeom prst="line">
            <a:avLst/>
          </a:prstGeom>
          <a:noFill/>
          <a:ln w="19050">
            <a:solidFill>
              <a:srgbClr val="6688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25694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284378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로그인 &amp; 마이페이지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657600" y="261518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후 마이페이지로 이동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3209544"/>
            <a:ext cx="7772400" cy="0"/>
          </a:xfrm>
          <a:prstGeom prst="line">
            <a:avLst/>
          </a:prstGeom>
          <a:noFill/>
          <a:ln w="6350">
            <a:solidFill>
              <a:srgbClr val="1A2E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374136"/>
            <a:ext cx="640080" cy="640080"/>
          </a:xfrm>
          <a:prstGeom prst="ellipse">
            <a:avLst/>
          </a:prstGeom>
          <a:solidFill>
            <a:srgbClr val="1A2E42"/>
          </a:solidFill>
          <a:ln w="19050">
            <a:solidFill>
              <a:srgbClr val="6688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37413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94360" y="4014216"/>
            <a:ext cx="0" cy="164592"/>
          </a:xfrm>
          <a:prstGeom prst="line">
            <a:avLst/>
          </a:prstGeom>
          <a:noFill/>
          <a:ln w="19050">
            <a:solidFill>
              <a:srgbClr val="6688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337413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64845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충전 신청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657600" y="3419856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USDT(테더) 또는 KRW(원화) 선택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지정 계좌로 입금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97280" y="4014216"/>
            <a:ext cx="7772400" cy="0"/>
          </a:xfrm>
          <a:prstGeom prst="line">
            <a:avLst/>
          </a:prstGeom>
          <a:noFill/>
          <a:ln w="6350">
            <a:solidFill>
              <a:srgbClr val="1A2E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178808"/>
            <a:ext cx="640080" cy="640080"/>
          </a:xfrm>
          <a:prstGeom prst="ellipse">
            <a:avLst/>
          </a:prstGeom>
          <a:solidFill>
            <a:srgbClr val="F4C430"/>
          </a:solidFill>
          <a:ln w="19050">
            <a:solidFill>
              <a:srgbClr val="F4C4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4178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97280" y="445312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잔액 반영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657600" y="4224528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승인 후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잔액 자동 반영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97280" y="4818888"/>
            <a:ext cx="7772400" cy="0"/>
          </a:xfrm>
          <a:prstGeom prst="line">
            <a:avLst/>
          </a:prstGeom>
          <a:noFill/>
          <a:ln w="6350">
            <a:solidFill>
              <a:srgbClr val="1A2E4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이용 방법  ②  거래 신청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173736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24128"/>
            <a:ext cx="502920" cy="50292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거래하기 클릭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메인화면 ⚡거래하기 버튼 클릭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743200" cy="173736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24128"/>
            <a:ext cx="502920" cy="50292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86200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매수 거래소 선택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 / OKX / HTX / Gate.io 중 선택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914400"/>
            <a:ext cx="2743200" cy="173736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24128"/>
            <a:ext cx="502920" cy="50292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24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0241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매도 거래소 선택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Upbit / Bithumb 중 선택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743200"/>
            <a:ext cx="2743200" cy="173736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2852928"/>
            <a:ext cx="502920" cy="50292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코인 선택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429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BTC, ETH 등 원하는 코인 선택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743200"/>
            <a:ext cx="2743200" cy="1737360"/>
          </a:xfrm>
          <a:prstGeom prst="rect">
            <a:avLst/>
          </a:prstGeom>
          <a:solidFill>
            <a:srgbClr val="1A2E42"/>
          </a:solidFill>
          <a:ln w="6350">
            <a:solidFill>
              <a:srgbClr val="6688A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852928"/>
            <a:ext cx="502920" cy="502920"/>
          </a:xfrm>
          <a:prstGeom prst="ellipse">
            <a:avLst/>
          </a:prstGeom>
          <a:solidFill>
            <a:srgbClr val="152233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8620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금액 입력 &amp; 수익 확인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3429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금액 입력 → 예상수익금 자동 표시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김프 실시간 확인 가능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80760" y="2743200"/>
            <a:ext cx="2743200" cy="1737360"/>
          </a:xfrm>
          <a:prstGeom prst="rect">
            <a:avLst/>
          </a:prstGeom>
          <a:solidFill>
            <a:srgbClr val="1A2E42"/>
          </a:solidFill>
          <a:ln w="1905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852928"/>
            <a:ext cx="502920" cy="50292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852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285292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C4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거래 신청 &amp; 완료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거래 신청 → 1시간 이내 완료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텔레그램 알림 수신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52233"/>
          </a:solidFill>
          <a:ln w="12700">
            <a:solidFill>
              <a:srgbClr val="15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이용 방법  ③  수익 확인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4114800" cy="6400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수익금 페이지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kpbrdg.agency/profit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전체 수익 내역 한 눈에 조회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8620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거래 수익 탭: 내 거래별 수익 상세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57530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추천 수익 탭: 네트워크 추천 수익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4114800" cy="3657600"/>
          </a:xfrm>
          <a:prstGeom prst="rect">
            <a:avLst/>
          </a:prstGeom>
          <a:solidFill>
            <a:srgbClr val="1A2E42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960120"/>
            <a:ext cx="4114800" cy="6400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601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마이페이지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983480" y="16733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kpbrdg.agency (로그인 후)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1488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내 추천 코드 복사 버튼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862072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추천 계보도 팝업 — 내 네트워크 시각화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575304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현재 잔액 및 직급 확인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언제든지 PC·모바일 모두 접속 가능  |  로그인만 하면 즉시 확인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1A2E42">
              <a:alpha val="50000"/>
            </a:srgbClr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A2E42">
              <a:alpha val="40000"/>
            </a:srgbClr>
          </a:solidFill>
          <a:ln w="6350">
            <a:solidFill>
              <a:srgbClr val="6688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지금 바로 시작하세요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복잡한 건 KPBridge가.  수익은 당신이.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331720"/>
            <a:ext cx="2743200" cy="45720"/>
          </a:xfrm>
          <a:prstGeom prst="rect">
            <a:avLst/>
          </a:prstGeom>
          <a:solidFill>
            <a:srgbClr val="6688AA"/>
          </a:solidFill>
          <a:ln w="12700">
            <a:solidFill>
              <a:srgbClr val="6688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2560320"/>
            <a:ext cx="4572000" cy="7772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25603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kpbrdg.agency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35204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추천인 코드를 받아 가입하면 네트워크 혜택 즉시 적용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USDT / KRW 충전 후 바로 거래 시작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텔레그램으로 언제든 문의 환영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KPBridge  |  kpbrdg.agency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KPBridge</dc:title>
  <dc:subject>PptxGenJS Presentation</dc:subject>
  <dc:creator>KPBridge</dc:creator>
  <cp:lastModifiedBy>KPBridge</cp:lastModifiedBy>
  <cp:revision>1</cp:revision>
  <dcterms:created xsi:type="dcterms:W3CDTF">2026-04-17T08:21:15Z</dcterms:created>
  <dcterms:modified xsi:type="dcterms:W3CDTF">2026-04-17T08:21:15Z</dcterms:modified>
</cp:coreProperties>
</file>